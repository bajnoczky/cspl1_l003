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7D79"/>
          </a:solidFill>
          <a:ln w="12700">
            <a:solidFill>
              <a:srgbClr val="0A7D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67665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8DE0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L03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841248" y="15087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Linux-alapú OT hálózatbiztonsági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rendszer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841248" y="409651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D6E9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Csoportbemutató  |  1. mérföldkő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41248" y="5175504"/>
            <a:ext cx="10058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Szántó Marcell  ·  koordinátor  ·  AEVT7B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CB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2026. szeptember 25.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7D79"/>
          </a:solidFill>
          <a:ln w="12700">
            <a:solidFill>
              <a:srgbClr val="0A7D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297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projekt és a csapat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DC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465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L03  ·  Csoportos Projektlabor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6446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527048"/>
            <a:ext cx="10835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6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Cél: izolált, teljesen virtuális OT-környezet és passzív Linux-szenzor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108356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PLC-szimulátor + HMI + ipari IP-kommunikáció (például Modbus/TCP). A szenzor metaadatokat és protokollműveleteket figyel; szabályalapú riasztás, dashboard és eseménynapló készül.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3520440"/>
          <a:ext cx="10835640" cy="2029968"/>
        </p:xfrm>
        <a:graphic>
          <a:graphicData uri="http://schemas.openxmlformats.org/drawingml/2006/table">
            <a:tbl>
              <a:tblPr/>
              <a:tblGrid>
                <a:gridCol w="1234440"/>
                <a:gridCol w="2377440"/>
                <a:gridCol w="7223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AEVT7B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Szántó Marcell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Koordinátor: ütemezés, feladatbontás, beadás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AUMGYP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Csapattag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Csapatműködés: egyeztetés, elakadások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CSGLYT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Csapattag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Megvalósító: virtuális labor és integráció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DZRI4R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Csapattag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6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Újító, problémamegoldó: műszaki kutatás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58368" y="5824728"/>
            <a:ext cx="10835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szerepek induló javaslatok; a csapat a végleges részfeladatokat közösen pontosítja.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7D79"/>
          </a:solidFill>
          <a:ln w="12700">
            <a:solidFill>
              <a:srgbClr val="0A7D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297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Munkaszervezés és eszközök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DC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465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L03  ·  Csoportos Projektlabor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6446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0020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Javasolt közös munkafelület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repository: verziókövetett kód és dokumentáció.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916936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Projects: feladatlista, felelős, állapot és belső határidő.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71246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Közös fájlstruktúra: leírások, tesztadatok, döntési napló.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Fejlesztési irány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Virtuális PLC- és HMI-környezet, izolált teszthálózat.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916936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Linux-szenzor, Modbus/TCP-forgalom elemzése.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71246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és eseménynapló; eszközválasztás a próba után.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570585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GitHub Projects Balázs javaslata; a végleges eszközöket az első egyeztetésen rögzítjük.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7D79"/>
          </a:solidFill>
          <a:ln w="12700">
            <a:solidFill>
              <a:srgbClr val="0A7D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297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Kommunikáció és közös idősáv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DC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465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L03  ·  Csoportos Projektlabor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6446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0020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Kapcsolattartás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csapat levelezésben kapcsolatba lépett.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916936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Szabolcs Discord-szervert nyitott; ez lehet a gyors egyeztetés csatornája.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71246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projekt döntéseit és teendőit a feladatkezelőben rögzítjük.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Időbeosztás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táblázat 18:00–20:00 körüli idősávot javasol külön egyeztetéssel.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916936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Nincs mind a négy tagnak stabil közös heti idősávja.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712464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Rövid szinkron egyeztetések és aszinkron, önálló részfeladatok.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57241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Nyitott kérdés: minden taggal véglegesíteni a rendszeres egyeztetés idejét és gyakoriságát.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7D79"/>
          </a:solidFill>
          <a:ln w="12700">
            <a:solidFill>
              <a:srgbClr val="0A7D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297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Következő szakasz: konkrét teendők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DC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465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L03  ·  Csoportos Projektlabor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6446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581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Követelmények és laborhatár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9842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AEVT7B koordinálja a projektgazdával a pontosítást.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609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5880" y="26609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Virtuális környezet próbája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CSGLYT előkészíti a PLC/HMI és hálózati prototípust.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7398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7398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Detektálási ötletek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14223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DZRI4R előkészíti a Modbus/TCP és riasztási szabályok vázlatát.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818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48188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Munkarend és feladatkezelés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5221224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AUMGYP egyezteti az idősávot, a csapat rögzíti a feladatokat.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" y="601675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6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Belső ütemezés: az első egyeztetésen felelősönként és dátummal kerül a GitHub Projects táblára.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A7D79"/>
          </a:solidFill>
          <a:ln w="12700">
            <a:solidFill>
              <a:srgbClr val="0A7D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29768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Elakadások és beadás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0"/>
          </a:xfrm>
          <a:prstGeom prst="line">
            <a:avLst/>
          </a:prstGeom>
          <a:noFill/>
          <a:ln w="12700">
            <a:solidFill>
              <a:srgbClr val="DC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4652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L03  ·  Csoportos Projektlabor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0" y="6446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600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Jelenlegi kockázatok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21214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Nincs stabil, mindenki számára megfelelő heti közös sáv.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2916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OT-biztonság, Modbus/TCP és detektálási szabályok: betanulás szükséges.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" y="37124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projektgazda műszaki pontosításai még érkeznek.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6002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Intézkedések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214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Aszinkron feladatbontás és rövid, egyeztetett megbeszélések.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2916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Először virtuális laborpróba és kis hatókörű prototípus.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7124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S2D hozzáférési hiba miatt ideiglenesen KRONOSZ Drop-in feltöltés.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" y="58064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B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Leadás: 2026. szeptember 25. 16:00-ig  ·  PPTX, legfeljebb 5 MB  ·  fájlnévben L03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L03 – Linux-alapú OT hálózatbiztonsági monitoring</dc:title>
  <dc:subject>Csoportos Projektlabor 1 – első mérföldkő</dc:subject>
  <dc:creator>L03 projektcsoport</dc:creator>
  <cp:lastModifiedBy>L03 projektcsoport</cp:lastModifiedBy>
  <cp:revision>1</cp:revision>
  <dcterms:created xsi:type="dcterms:W3CDTF">2026-09-24T18:43:00Z</dcterms:created>
  <dcterms:modified xsi:type="dcterms:W3CDTF">2026-09-24T18:43:00Z</dcterms:modified>
</cp:coreProperties>
</file>